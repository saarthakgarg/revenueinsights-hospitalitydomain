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4772ea1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4772ea1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4772ea1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4772ea1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772ea1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4772ea1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4772ea16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4772ea16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4772ea16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4772ea1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772ea1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4772ea1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772ea16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772ea16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4772ea16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4772ea16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4772ea16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4772ea16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772ea16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4772ea16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4772ea16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4772ea16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82300"/>
            <a:ext cx="85206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CASE STUDY: REVENUE INSIGHTS IN THE HOSPITALITY DOMAIN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AtliQ is a company that owns multiple hotel chains across various cities of India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Managing director / CEO of AtliQ wants to incorporate ‘Business and Data Intelligence’ to identify and track the source of revenue for AtliQ hotels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it is decided to develop a KPI Dashboard for AtliQ, using May-22 to July-22 data, which can help track its revenue sources and other relevant KPIs across various dimensions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It’ll help the management take strategic business decisions based on the insights generated from the dashboard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/ PROJECT SCOPE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data sources pertaining to revenue management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and model the data as per requirement for analysis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revenue dashboard that measures important KPIs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filters need to provided to slice and dice the data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dashboard should depict both high level and granular insights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APPROACH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5 tables provided for tracking revenue, 3 dimension tables (date, hotel, room) and 2 fact tables (bookings, aggregated bookings)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was the tool used for creating the visualization/dashboard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was imported, analysed and transformed as per necessity within Power Query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relationships between the tables were created within Power Pivot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MODELLING IN POWER PIVOT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2123" r="0" t="0"/>
          <a:stretch/>
        </p:blipFill>
        <p:spPr>
          <a:xfrm>
            <a:off x="605113" y="1128125"/>
            <a:ext cx="7933774" cy="371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38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APPROACH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056350"/>
            <a:ext cx="85206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were created to calculate the KPIs. Few of them are shown below: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Sum of revenue_realized from Bookings table (in Rs.)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bookings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Count of booking_id from Bookings table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rating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Average of ratings from Bookings table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capacity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Sum of capacity from Aggregated bookings table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successful bookings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Sum of successful bookings from Aggregated bookings table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APPROACH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were created to calculate the KPIs. Few of them are shown below: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Occupancy rate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Total successful bookings / Total capacity (in 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cancelled bookings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Count of booking_id with status=‘cancelled’ from Bookings table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Cancellation rate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Total cancelled bookings / Total bookings (in 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stay duration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Average days stayed by customer in a room per booking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6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DASHBOARD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50" y="880275"/>
            <a:ext cx="7514699" cy="392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OUTCOMES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are some important business insights derived from the revenue dashboard: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360000" rtl="0" algn="just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Mumbai generates highest revenue and Delhi the least revenue during May 2022 to July 2022. Company need to focus on increasing the revenue in Delhi.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360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occupancy rate is higher during weekends across all cities, months and booking platforms. Leverage this insight to increase revenue generated during weekends.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OUTCOMES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2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are some important business insights derived from the revenue dashboard:</a:t>
            </a:r>
            <a:endParaRPr sz="42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061" lvl="8" marL="4114800" rtl="0" algn="just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GB" sz="42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see this table in isolation, weekday and weekend RevPAR differ only because occupancy changes, while ADR stays almost the same. This indicates the hotels aren’t using weekday/weekend or dynamic pricing. A major opportunity for the chain is to introduce weekday/weekend pricing for their leisure hotels.</a:t>
            </a:r>
            <a:endParaRPr sz="42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14800" rtl="0" algn="just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200000"/>
              </a:lnSpc>
              <a:spcBef>
                <a:spcPts val="1400"/>
              </a:spcBef>
              <a:spcAft>
                <a:spcPts val="15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250" y="1586600"/>
            <a:ext cx="3449324" cy="3057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2"/>
          <p:cNvCxnSpPr/>
          <p:nvPr/>
        </p:nvCxnSpPr>
        <p:spPr>
          <a:xfrm>
            <a:off x="2611850" y="4514800"/>
            <a:ext cx="1200" cy="1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22"/>
          <p:cNvCxnSpPr/>
          <p:nvPr/>
        </p:nvCxnSpPr>
        <p:spPr>
          <a:xfrm flipH="1" rot="10800000">
            <a:off x="2609150" y="4705200"/>
            <a:ext cx="16287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2"/>
          <p:cNvCxnSpPr/>
          <p:nvPr/>
        </p:nvCxnSpPr>
        <p:spPr>
          <a:xfrm flipH="1">
            <a:off x="4237775" y="1979475"/>
            <a:ext cx="1800" cy="27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GB" sz="25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OUTCOMES</a:t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are some important business insights derived from the revenue dashboard: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114800" rtl="0" algn="just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Occupancy is fluctuating week to week, which is normal.</a:t>
            </a:r>
            <a:b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ADR remains almost flat, even during the May–July summer holiday period when prices typically vary due to higher travel. This indicates the hotels are not using dynamic pricing.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772400" rtl="0" algn="just">
              <a:lnSpc>
                <a:spcPct val="20000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00" y="1686450"/>
            <a:ext cx="3368025" cy="21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217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300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